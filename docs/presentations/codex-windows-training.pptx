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58368"/>
            <a:ext cx="2011680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502920"/>
            <a:ext cx="237744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1005840"/>
            <a:ext cx="237744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7899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安装与使用说明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8105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7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新同事入门培训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4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适用对象：第一次接触 Codex 的团队成员 | 内容口径：中性技术说明书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532120" y="1097280"/>
            <a:ext cx="2880360" cy="2514600"/>
          </a:xfrm>
          <a:prstGeom prst="roundRect">
            <a:avLst>
              <a:gd name="adj" fmla="val 2182"/>
            </a:avLst>
          </a:prstGeom>
          <a:solidFill>
            <a:srgbClr val="10263D"/>
          </a:solidFill>
          <a:ln w="12700">
            <a:solidFill>
              <a:srgbClr val="21405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32120" y="1097280"/>
            <a:ext cx="2880360" cy="310896"/>
          </a:xfrm>
          <a:prstGeom prst="rect">
            <a:avLst/>
          </a:prstGeom>
          <a:solidFill>
            <a:srgbClr val="0B2135"/>
          </a:solidFill>
          <a:ln w="12700">
            <a:solidFill>
              <a:srgbClr val="10263D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50992" y="119786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15584" y="1197864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80176" y="1197864"/>
            <a:ext cx="82296" cy="822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42432" y="15727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codex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42432" y="1901952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E7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读取仓库上下文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DE7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提出执行计划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DE7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修改文件并运行命令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DE7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保持审批与沙箱边界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4069080"/>
            <a:ext cx="7818120" cy="329184"/>
          </a:xfrm>
          <a:prstGeom prst="rect">
            <a:avLst/>
          </a:prstGeom>
          <a:solidFill>
            <a:srgbClr val="0F2438"/>
          </a:solidFill>
          <a:ln w="12700">
            <a:solidFill>
              <a:srgbClr val="18355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169664"/>
            <a:ext cx="7406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核心目标：让新同事在 Windows 环境中完成安装、登录，并用 Codex 安全地开始第一个小任务。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38160" y="41513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B2E"/>
          </a:solidFill>
          <a:ln w="12700">
            <a:solidFill>
              <a:srgbClr val="0A1B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 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是什么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183880" y="676656"/>
            <a:ext cx="5303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83880" y="76809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官方信息核对日期：2026-03-17 | 基于 OpenAI 官方文档与本机 codex-cli 0.114.0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065008" y="4718304"/>
            <a:ext cx="57607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65008" y="473659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444752"/>
            <a:ext cx="3794760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444752"/>
            <a:ext cx="73152" cy="25786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70078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1975104"/>
            <a:ext cx="32461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是运行在终端中的 AI 编码助手。它不只回答问题，还能在仓库上下文里读取文件、提出修改方案、执行命令，并把结果变成可审查的改动。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713232" y="329184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对新手最重要的区别：它是“可行动”的协作终端，而不是只会聊天的问答窗口。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53712" y="1444752"/>
            <a:ext cx="1865376" cy="1325880"/>
          </a:xfrm>
          <a:prstGeom prst="rect">
            <a:avLst/>
          </a:prstGeom>
          <a:solidFill>
            <a:srgbClr val="E7F3FB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53712" y="1444752"/>
            <a:ext cx="73152" cy="1325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1609344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理解代码库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36592" y="1883664"/>
            <a:ext cx="1536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读取目录、关键文件与文档，先建立上下文再动手。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10528" y="1444752"/>
            <a:ext cx="1865376" cy="1325880"/>
          </a:xfrm>
          <a:prstGeom prst="rect">
            <a:avLst/>
          </a:prstGeom>
          <a:solidFill>
            <a:srgbClr val="D9F5F1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10528" y="1444752"/>
            <a:ext cx="73152" cy="1325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93408" y="1609344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执行操作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93408" y="1883664"/>
            <a:ext cx="1536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运行命令、修改文件、给出中间进展更新。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53712" y="2907792"/>
            <a:ext cx="1865376" cy="1325880"/>
          </a:xfrm>
          <a:prstGeom prst="rect">
            <a:avLst/>
          </a:prstGeom>
          <a:solidFill>
            <a:srgbClr val="FEF3C7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2907792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3072384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保留边界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36592" y="3346704"/>
            <a:ext cx="1536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默认遵守沙箱和审批策略，高风险动作需要确认。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10528" y="2907792"/>
            <a:ext cx="1865376" cy="1325880"/>
          </a:xfrm>
          <a:prstGeom prst="rect">
            <a:avLst/>
          </a:prstGeom>
          <a:solidFill>
            <a:srgbClr val="EDF3F7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10528" y="2907792"/>
            <a:ext cx="73152" cy="1325880"/>
          </a:xfrm>
          <a:prstGeom prst="rect">
            <a:avLst/>
          </a:prstGeom>
          <a:solidFill>
            <a:srgbClr val="0A1B2E"/>
          </a:solidFill>
          <a:ln w="12700">
            <a:solidFill>
              <a:srgbClr val="0A1B2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93408" y="3072384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适合协作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93408" y="3346704"/>
            <a:ext cx="1536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先计划、再执行、最后验证，便于人工审阅和回滚。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B2E"/>
          </a:solidFill>
          <a:ln w="12700">
            <a:solidFill>
              <a:srgbClr val="0A1B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COMMON USE CASES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能帮我们做什么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183880" y="676656"/>
            <a:ext cx="5303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83880" y="76809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官方信息核对日期：2026-03-17 | 基于 OpenAI 官方文档与本机 codex-cli 0.114.0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065008" y="4718304"/>
            <a:ext cx="57607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65008" y="473659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481328"/>
            <a:ext cx="190195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481328"/>
            <a:ext cx="73152" cy="1325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64592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阅读仓库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1920240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让它总结模块职责、入口文件、依赖关系，帮助新成员快速看懂项目。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51760" y="1481328"/>
            <a:ext cx="190195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51760" y="1481328"/>
            <a:ext cx="73152" cy="1325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164592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完成小改动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1920240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例如修改文案、补日志、调整配置或添加一个受控范围内的小功能。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1481328"/>
            <a:ext cx="190195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481328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64592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生成测试与审查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1920240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补单测、解释失败原因、做一次偏风险导向的代码审查。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49440" y="1481328"/>
            <a:ext cx="1691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49440" y="1481328"/>
            <a:ext cx="73152" cy="1325880"/>
          </a:xfrm>
          <a:prstGeom prst="rect">
            <a:avLst/>
          </a:prstGeom>
          <a:solidFill>
            <a:srgbClr val="0A1B2E"/>
          </a:solidFill>
          <a:ln w="12700">
            <a:solidFill>
              <a:srgbClr val="0A1B2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1645920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定位问题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32320" y="1920240"/>
            <a:ext cx="1362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结合报错日志和代码路径，提出排障假设并逐步验证。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3246120"/>
            <a:ext cx="8138160" cy="1097280"/>
          </a:xfrm>
          <a:prstGeom prst="rect">
            <a:avLst/>
          </a:prstGeom>
          <a:solidFill>
            <a:srgbClr val="EAF6F3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3246120"/>
            <a:ext cx="73152" cy="10972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4930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建议的新手起点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3730752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优先从“低风险、可验证、改动面小”的任务开始，例如：解释一个模块、改一处文案、补一个缺失测试、检查某个接口的调用链。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4096512"/>
            <a:ext cx="7543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不建议第一天就让 Codex 直接做大规模重构、跨仓库迁移、数据库破坏性操作。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B2E"/>
          </a:solidFill>
          <a:ln w="12700">
            <a:solidFill>
              <a:srgbClr val="0A1B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CHECKLIST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使用前准备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183880" y="676656"/>
            <a:ext cx="5303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83880" y="76809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官方信息核对日期：2026-03-17 | 基于 OpenAI 官方文档与本机 codex-cli 0.114.0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065008" y="4718304"/>
            <a:ext cx="57607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65008" y="473659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481328"/>
            <a:ext cx="38404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481328"/>
            <a:ext cx="73152" cy="2880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7190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环境与账号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975104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终端环境：PowerShell、Windows Terminal 或团队统一终端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 22+ 与 npm，可直接执行全局安装命令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可访问 OpenAI 服务的网络环境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账号；如走 API Key 方式，还需要提前获取密钥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建议在 Git 仓库根目录内使用，便于 Codex 读取上下文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1481328"/>
            <a:ext cx="4069080" cy="1353312"/>
          </a:xfrm>
          <a:prstGeom prst="rect">
            <a:avLst/>
          </a:prstGeom>
          <a:solidFill>
            <a:srgbClr val="FEF3C7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481328"/>
            <a:ext cx="73152" cy="13533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7190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兼容性提示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1975104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 OpenAI 官方资料，原生 Windows 上的 Codex CLI 当前仍属于实验性支持。对于长期开发和类 Unix 工作流，建议后续评估 WSL。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2999232"/>
            <a:ext cx="4069080" cy="1353312"/>
          </a:xfrm>
          <a:prstGeom prst="rect">
            <a:avLst/>
          </a:prstGeom>
          <a:solidFill>
            <a:srgbClr val="E7F3FB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2999232"/>
            <a:ext cx="73152" cy="135331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23697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面向新手的替代入口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3493008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如果团队更希望“先用起来再学命令行”，可以关注官方 Windows App。它适合培训首日演示，但本课件主线仍以 CLI 为主。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B2E"/>
          </a:solidFill>
          <a:ln w="12700">
            <a:solidFill>
              <a:srgbClr val="0A1B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INSTALLATION FLOW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安装流程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183880" y="676656"/>
            <a:ext cx="5303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83880" y="76809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官方信息核对日期：2026-03-17 | 基于 OpenAI 官方文档与本机 codex-cli 0.114.0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065008" y="4718304"/>
            <a:ext cx="57607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65008" y="473659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572768"/>
            <a:ext cx="37947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572768"/>
            <a:ext cx="73152" cy="9875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" y="1737360"/>
            <a:ext cx="402336" cy="4023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179222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61288" y="171907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 Node.js 22+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61288" y="19385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从官方发行版安装；安装完成后重新打开终端。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697480"/>
            <a:ext cx="37947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697480"/>
            <a:ext cx="73152" cy="9875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" y="2862072"/>
            <a:ext cx="402336" cy="40233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291693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61288" y="284378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 node 与 npm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61288" y="3063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确认环境变量生效，避免后续全局安装失败。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822192"/>
            <a:ext cx="37947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822192"/>
            <a:ext cx="73152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" y="3986784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" y="404164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61288" y="396849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 Codex CLI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61288" y="41879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执行官方命令 npm install -g @openai/codex。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1572768"/>
            <a:ext cx="3977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1572768"/>
            <a:ext cx="73152" cy="987552"/>
          </a:xfrm>
          <a:prstGeom prst="rect">
            <a:avLst/>
          </a:prstGeom>
          <a:solidFill>
            <a:srgbClr val="0A1B2E"/>
          </a:solidFill>
          <a:ln w="12700">
            <a:solidFill>
              <a:srgbClr val="0A1B2E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9744" y="1737360"/>
            <a:ext cx="402336" cy="402336"/>
          </a:xfrm>
          <a:prstGeom prst="ellipse">
            <a:avLst/>
          </a:prstGeom>
          <a:solidFill>
            <a:srgbClr val="0A1B2E"/>
          </a:solidFill>
          <a:ln w="12700">
            <a:solidFill>
              <a:srgbClr val="0A1B2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9744" y="179222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21808" y="171907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校验安装结果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21808" y="19385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 codex --version 与 codex --help，确认命令可用。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2697480"/>
            <a:ext cx="3977640" cy="1773936"/>
          </a:xfrm>
          <a:prstGeom prst="roundRect">
            <a:avLst>
              <a:gd name="adj" fmla="val 4124"/>
            </a:avLst>
          </a:prstGeom>
          <a:solidFill>
            <a:srgbClr val="0A1B2E"/>
          </a:solidFill>
          <a:ln w="12700">
            <a:solidFill>
              <a:srgbClr val="0A1B2E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28032" y="2807208"/>
            <a:ext cx="3648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E7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建议在 PowerShell 中执行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28032" y="3008376"/>
            <a:ext cx="36484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--version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--version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@openai/codex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 --version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02920" y="4572000"/>
            <a:ext cx="7818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补充建议：如果团队最终统一用 WSL，只需要在 Ubuntu 终端内重复相同步骤即可。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B2E"/>
          </a:solidFill>
          <a:ln w="12700">
            <a:solidFill>
              <a:srgbClr val="0A1B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FIRST RUN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首次启动与登录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183880" y="676656"/>
            <a:ext cx="5303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83880" y="76809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官方信息核对日期：2026-03-17 | 基于 OpenAI 官方文档与本机 codex-cli 0.114.0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065008" y="4718304"/>
            <a:ext cx="57607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65008" y="473659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499616"/>
            <a:ext cx="3840480" cy="2066544"/>
          </a:xfrm>
          <a:prstGeom prst="roundRect">
            <a:avLst>
              <a:gd name="adj" fmla="val 3540"/>
            </a:avLst>
          </a:prstGeom>
          <a:solidFill>
            <a:srgbClr val="0A1B2E"/>
          </a:solidFill>
          <a:ln w="12700">
            <a:solidFill>
              <a:srgbClr val="0A1B2E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" y="160934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E7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最常用的首次命令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7512" y="1810512"/>
            <a:ext cx="35112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 login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 login status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 logout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90288" y="1499616"/>
            <a:ext cx="4050792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1499616"/>
            <a:ext cx="73152" cy="28163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1737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第一次进入时要理解的概念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8032" y="2011680"/>
            <a:ext cx="3474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登录方式：设备认证或 API Key，两种方式都要先完成身份绑定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工作目录：Codex 会围绕当前目录分析仓库，因此建议先 cd 到项目根目录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审批：涉及高风险命令时，工具会请求用户授权，而不是默认直接执行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沙箱：可写目录与网络权限可能受限，执行环境并不等同于本机完全权限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384048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培训讲解重点：第一次不要急着让 Codex 改大块代码，先确认登录状态、目录、审批行为都符合预期。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B2E"/>
          </a:solidFill>
          <a:ln w="12700">
            <a:solidFill>
              <a:srgbClr val="0A1B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DAY-ONE COMMANDS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基本使用方式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183880" y="676656"/>
            <a:ext cx="5303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83880" y="76809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官方信息核对日期：2026-03-17 | 基于 OpenAI 官方文档与本机 codex-cli 0.114.0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065008" y="4718304"/>
            <a:ext cx="57607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65008" y="473659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517904"/>
            <a:ext cx="24688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517904"/>
            <a:ext cx="73152" cy="2697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7739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交互式协作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2048256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进入一个持续对话的终端会话，适合阅读仓库、持续迭代修改、边做边审查。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9808" y="2834640"/>
            <a:ext cx="1874520" cy="786384"/>
          </a:xfrm>
          <a:prstGeom prst="roundRect">
            <a:avLst>
              <a:gd name="adj" fmla="val 9302"/>
            </a:avLst>
          </a:prstGeom>
          <a:solidFill>
            <a:srgbClr val="0A1B2E"/>
          </a:solidFill>
          <a:ln w="12700">
            <a:solidFill>
              <a:srgbClr val="0A1B2E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2944368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E7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145536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310128" y="1517904"/>
            <a:ext cx="24688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10128" y="1517904"/>
            <a:ext cx="73152" cy="2697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17739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非交互执行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66160" y="2048256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一次性提交明确目标并输出最终结果，适合批量说明、脚本化流程或 CI 辅助场景。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566160" y="2834640"/>
            <a:ext cx="1874520" cy="932688"/>
          </a:xfrm>
          <a:prstGeom prst="roundRect">
            <a:avLst>
              <a:gd name="adj" fmla="val 7843"/>
            </a:avLst>
          </a:prstGeom>
          <a:solidFill>
            <a:srgbClr val="0A1B2E"/>
          </a:solidFill>
          <a:ln w="12700">
            <a:solidFill>
              <a:srgbClr val="0A1B2E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730752" y="2944368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E7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30752" y="3145536"/>
            <a:ext cx="15453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 exec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"解释 api 路由"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17336" y="1517904"/>
            <a:ext cx="2523744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17336" y="1517904"/>
            <a:ext cx="73152" cy="2697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64224" y="177393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在仓库内协作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64224" y="2048256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最典型的使用方式：在代码仓库根目录打开 Codex，让它读取文件、提出计划、执行命令并产出 diff。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64224" y="28346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A1B2E"/>
          </a:solidFill>
          <a:ln w="12700">
            <a:solidFill>
              <a:srgbClr val="0A1B2E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28816" y="2944368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E7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28816" y="3145536"/>
            <a:ext cx="15910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&lt;repo&gt;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说明目标 -&gt; 看计划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审查改动 -&gt; 验证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B2E"/>
          </a:solidFill>
          <a:ln w="12700">
            <a:solidFill>
              <a:srgbClr val="0A1B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 EXAMPLE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典型工作流示例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183880" y="676656"/>
            <a:ext cx="5303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83880" y="76809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官方信息核对日期：2026-03-17 | 基于 OpenAI 官方文档与本机 codex-cli 0.114.0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065008" y="4718304"/>
            <a:ext cx="57607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65008" y="473659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481328"/>
            <a:ext cx="3063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481328"/>
            <a:ext cx="73152" cy="2926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7190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示例任务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1993392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“请阅读当前仓库结构，找到报告页面的标题文案，并按新需求修改；完成后告诉我改了哪些文件，以及如何验证。”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49808" y="343814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这个任务适合新手，因为范围清晰、风险可控、验证方式简单。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03320" y="1481328"/>
            <a:ext cx="49377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03320" y="1481328"/>
            <a:ext cx="73152" cy="9875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9624" y="1645920"/>
            <a:ext cx="402336" cy="4023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9624" y="170078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61688" y="16276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明确目标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61688" y="18470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描述文件范围、限制条件、是否允许执行命令。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703320" y="2212848"/>
            <a:ext cx="49377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03320" y="2212848"/>
            <a:ext cx="73152" cy="9875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9624" y="2377440"/>
            <a:ext cx="402336" cy="40233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9624" y="243230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61688" y="23591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先看计划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361688" y="25786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 Codex 先总结要读哪些文件、准备怎么改。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703320" y="2944368"/>
            <a:ext cx="49377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703320" y="2944368"/>
            <a:ext cx="73152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9624" y="3108960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9624" y="316382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61688" y="30906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审查改动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361688" y="33101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 diff、受影响文件和输出说明，确认没有越界修改。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703320" y="3675888"/>
            <a:ext cx="49377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703320" y="3675888"/>
            <a:ext cx="73152" cy="987552"/>
          </a:xfrm>
          <a:prstGeom prst="rect">
            <a:avLst/>
          </a:prstGeom>
          <a:solidFill>
            <a:srgbClr val="0A1B2E"/>
          </a:solidFill>
          <a:ln w="12700">
            <a:solidFill>
              <a:srgbClr val="0A1B2E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9624" y="3840480"/>
            <a:ext cx="402336" cy="402336"/>
          </a:xfrm>
          <a:prstGeom prst="ellipse">
            <a:avLst/>
          </a:prstGeom>
          <a:solidFill>
            <a:srgbClr val="0A1B2E"/>
          </a:solidFill>
          <a:ln w="12700">
            <a:solidFill>
              <a:srgbClr val="0A1B2E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9624" y="389534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361688" y="382219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执行验证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361688" y="40416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运行构建、测试或页面验证步骤，证实结果可用。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B2E"/>
          </a:solidFill>
          <a:ln w="12700">
            <a:solidFill>
              <a:srgbClr val="0A1B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TROUBLESHOOTING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常见问题与排障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183880" y="676656"/>
            <a:ext cx="5303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83880" y="76809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官方信息核对日期：2026-03-17 | 基于 OpenAI 官方文档与本机 codex-cli 0.114.0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065008" y="4718304"/>
            <a:ext cx="57607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65008" y="473659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517904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517904"/>
            <a:ext cx="73152" cy="1325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682496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命令找不到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1956816"/>
            <a:ext cx="16367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先重开终端，再查 `node --version`、`npm --version` 和 `where codex`；多数是 PATH 未刷新。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79192" y="1517904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79192" y="1517904"/>
            <a:ext cx="73152" cy="1325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62072" y="1682496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登录失败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62072" y="1956816"/>
            <a:ext cx="16367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核查网络、账号状态和认证方式；必要时重新执行 `codex login` 或改用 API Key。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55464" y="1517904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55464" y="1517904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38344" y="1682496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审批卡住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38344" y="1956816"/>
            <a:ext cx="16367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这通常不是故障，而是安全边界生效。先读清楚请求内容，再决定是否授权。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031736" y="1517904"/>
            <a:ext cx="1609344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31736" y="1517904"/>
            <a:ext cx="73152" cy="1325880"/>
          </a:xfrm>
          <a:prstGeom prst="rect">
            <a:avLst/>
          </a:prstGeom>
          <a:solidFill>
            <a:srgbClr val="0A1B2E"/>
          </a:solidFill>
          <a:ln w="12700">
            <a:solidFill>
              <a:srgbClr val="0A1B2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14616" y="16824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Windows/WSL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14616" y="1956816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如果原生终端行为异常、路径处理不稳定或工具链不一致，优先评估切到 WSL。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" y="3255264"/>
            <a:ext cx="2926080" cy="1298448"/>
          </a:xfrm>
          <a:prstGeom prst="roundRect">
            <a:avLst>
              <a:gd name="adj" fmla="val 5634"/>
            </a:avLst>
          </a:prstGeom>
          <a:solidFill>
            <a:srgbClr val="0A1B2E"/>
          </a:solidFill>
          <a:ln w="12700">
            <a:solidFill>
              <a:srgbClr val="0A1B2E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50392" y="336499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E7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常用自检命令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0392" y="3566160"/>
            <a:ext cx="25968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codex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 --version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--version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--version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886200" y="3255264"/>
            <a:ext cx="4572000" cy="1225296"/>
          </a:xfrm>
          <a:prstGeom prst="rect">
            <a:avLst/>
          </a:prstGeom>
          <a:solidFill>
            <a:srgbClr val="FEF3C7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86200" y="3255264"/>
            <a:ext cx="73152" cy="1225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33088" y="34930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经验法则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33088" y="373075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先查环境命令，再查登录，最后再怀疑项目代码；很多“Codex 不能用”的首发问题，本质上是终端没准备好。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B2E"/>
          </a:solidFill>
          <a:ln w="12700">
            <a:solidFill>
              <a:srgbClr val="0A1B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13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 COLLABORATION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使用规范与最佳实践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183880" y="676656"/>
            <a:ext cx="5303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83880" y="76809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官方信息核对日期：2026-03-17 | 基于 OpenAI 官方文档与本机 codex-cli 0.114.0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065008" y="4718304"/>
            <a:ext cx="57607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65008" y="473659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517904"/>
            <a:ext cx="38221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517904"/>
            <a:ext cx="73152" cy="9875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" y="1682496"/>
            <a:ext cx="402336" cy="40233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173736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61288" y="1664208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从小任务开始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61288" y="1883664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先做可验证的小范围任务，建立对输出质量和边界的判断。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90288" y="1517904"/>
            <a:ext cx="4050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90288" y="1517904"/>
            <a:ext cx="73152" cy="9875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36592" y="1682496"/>
            <a:ext cx="402336" cy="40233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73736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48656" y="1664208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提示词写清楚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48656" y="1883664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说明目标、范围、限制、是否允许联网或执行命令，以及验证标准。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2706624"/>
            <a:ext cx="38221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2706624"/>
            <a:ext cx="73152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" y="2871216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" y="292608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61288" y="2852928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 diff 再接受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61288" y="3072384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任何改动都要人工审阅，不要把自动生成结果视作默认正确。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90288" y="2706624"/>
            <a:ext cx="4050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90288" y="2706624"/>
            <a:ext cx="73152" cy="987552"/>
          </a:xfrm>
          <a:prstGeom prst="rect">
            <a:avLst/>
          </a:prstGeom>
          <a:solidFill>
            <a:srgbClr val="0A1B2E"/>
          </a:solidFill>
          <a:ln w="12700">
            <a:solidFill>
              <a:srgbClr val="0A1B2E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36592" y="2871216"/>
            <a:ext cx="402336" cy="402336"/>
          </a:xfrm>
          <a:prstGeom prst="ellipse">
            <a:avLst/>
          </a:prstGeom>
          <a:solidFill>
            <a:srgbClr val="0A1B2E"/>
          </a:solidFill>
          <a:ln w="12700">
            <a:solidFill>
              <a:srgbClr val="0A1B2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292608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48656" y="2852928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高风险操作必须确认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48656" y="3072384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删除、覆盖、安装依赖、外网访问、数据库操作都需要额外谨慎。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3749040"/>
            <a:ext cx="8138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3749040"/>
            <a:ext cx="73152" cy="8229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39684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0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推荐提示词结构：目标 + 范围 + 约束 + 验证。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94760" y="3913632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0A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示例：`请只修改 app/src/views/ReportPage.vue 中的标题文案，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0A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不要改动接口逻辑；完成后告诉我如何在本地验证。`</a:t>
            </a:r>
            <a:endParaRPr lang="en-US" sz="9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896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先安装，再从小任务开始协作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15727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建议的上手顺序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3108960" cy="329184"/>
          </a:xfrm>
          <a:prstGeom prst="rect">
            <a:avLst/>
          </a:prstGeom>
          <a:solidFill>
            <a:srgbClr val="17314A"/>
          </a:solidFill>
          <a:ln w="12700">
            <a:solidFill>
              <a:srgbClr val="1731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201168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安装 Node.js 22+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368296"/>
            <a:ext cx="3108960" cy="329184"/>
          </a:xfrm>
          <a:prstGeom prst="rect">
            <a:avLst/>
          </a:prstGeom>
          <a:solidFill>
            <a:srgbClr val="10263D"/>
          </a:solidFill>
          <a:ln w="12700">
            <a:solidFill>
              <a:srgbClr val="10263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45973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安装并校验 Codex CLI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816352"/>
            <a:ext cx="3108960" cy="329184"/>
          </a:xfrm>
          <a:prstGeom prst="rect">
            <a:avLst/>
          </a:prstGeom>
          <a:solidFill>
            <a:srgbClr val="17314A"/>
          </a:solidFill>
          <a:ln w="12700">
            <a:solidFill>
              <a:srgbClr val="17314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90779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完成登录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3264408"/>
            <a:ext cx="3108960" cy="329184"/>
          </a:xfrm>
          <a:prstGeom prst="rect">
            <a:avLst/>
          </a:prstGeom>
          <a:solidFill>
            <a:srgbClr val="10263D"/>
          </a:solidFill>
          <a:ln w="12700">
            <a:solidFill>
              <a:srgbClr val="10263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35584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在仓库中执行第一个小任务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3712464"/>
            <a:ext cx="3108960" cy="329184"/>
          </a:xfrm>
          <a:prstGeom prst="rect">
            <a:avLst/>
          </a:prstGeom>
          <a:solidFill>
            <a:srgbClr val="17314A"/>
          </a:solidFill>
          <a:ln w="12700">
            <a:solidFill>
              <a:srgbClr val="17314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380390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审查改动并验证结果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37760" y="1389888"/>
            <a:ext cx="3566160" cy="2139696"/>
          </a:xfrm>
          <a:prstGeom prst="rect">
            <a:avLst/>
          </a:prstGeom>
          <a:solidFill>
            <a:srgbClr val="10263D"/>
          </a:solidFill>
          <a:ln w="12700">
            <a:solidFill>
              <a:srgbClr val="D8E5E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1389888"/>
            <a:ext cx="73152" cy="213969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93792" y="17190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193792" y="2139696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7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如需课后自学，建议同步提供：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7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官方安装文档链接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7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团队推荐终端/WSL 规范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7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一个适合练手的小任务清单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01584" y="43159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Codex 安装与使用说明</dc:title>
  <dc:subject>Codex Windows beginner training</dc:subject>
  <dc:creator>Codex</dc:creator>
  <cp:lastModifiedBy>Codex</cp:lastModifiedBy>
  <cp:revision>1</cp:revision>
  <dcterms:created xsi:type="dcterms:W3CDTF">2026-03-17T09:58:13Z</dcterms:created>
  <dcterms:modified xsi:type="dcterms:W3CDTF">2026-03-17T09:58:13Z</dcterms:modified>
</cp:coreProperties>
</file>